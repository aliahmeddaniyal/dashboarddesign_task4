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E20D-DF2F-D313-3279-14E477184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D15E8-5E2F-F133-3F2E-FD16DBCAF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0F4E-9DEB-2FBB-89E7-6843F942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2E782-6CB8-ABCB-74B8-948A8CE4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46152-8E03-EB4F-23F3-ABA37470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2503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B10C-B378-820A-A918-01761CD8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8B31F-7E79-AA64-A84A-E7900EE0A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1AB6D-37F2-15BF-FBBF-8EB20CCEA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79D58-23EA-F04F-43D7-6A65A261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D5E6B-F399-5B03-2353-BFCFCA42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3345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6C06-C28D-4F41-C394-C009CBA6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79EC5-D5F3-603E-864C-188C11D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B8A4-E33C-959E-2A04-3B38D84D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16B31-2605-265C-0A6E-34C43C76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469F6-6E1A-7945-3DF4-D579558D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72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F9AA-2856-3CDB-A7D3-FE3D9106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03731-1C2B-E6BC-6C60-242A69C64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694E2-7D27-F622-E341-37593EEAC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1786B-83E2-8907-FC13-8276195F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30767-0BFA-14F8-4F46-6FE4B676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72A88-A08D-44D1-CE52-82C78D6B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0157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0467-342D-83F5-408B-7336C34E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1C570-1568-6033-1DCB-D4C10E1E5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B05BD-B015-5BA1-2FD9-3930EB4E4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B721CD-970C-DDB2-6FCC-D95274B5F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5FC69D-CE4B-D40C-E0C3-DA73B70B2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E8564-67C2-A5F4-ACA3-EEDDCC12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072F2-801C-3509-EC3B-5948E5BE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6B00D-5AFF-693E-23D5-A63FB56F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452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7F8A-EBC0-EA0F-3993-9ABA4E4C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72DBB-84B9-ECCE-B46B-16BA3492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4217C-5FA9-8FA9-C50D-BB4BB32A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CCAAC-14D7-39DB-8CC9-85CE37DE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1063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069A1-FF2E-857F-EDBE-16DCE7E1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7E0BF-A164-1692-FEE4-EFB77AE1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CC42A-7A30-FAAE-DB57-ACB6BA59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259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2E86-1FF3-2143-D735-BBD10658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A02A-1AE9-7D00-24A2-768AA1755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C9E9-1430-3839-6EBC-63F2FFD9A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3D6C8-CAF3-073C-7447-21C56E71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4123F-A3F1-A913-2CDE-E98F0F73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DD016-B21D-5BED-C9B0-73841DAD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514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91B4-0799-030E-53E2-6EA6A098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6F6A73-94EB-BCDA-B256-D82B365A1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B5751-3A4D-72C2-B350-3DD7F299E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3836B-FEBA-DD90-0159-9507145F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A031A-B686-2E1D-EDFD-5C5A9A7B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D06E-F4CB-024B-7D35-1AE7352C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8929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F0F7-DBA1-D479-AD7B-D8A00DFE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33523-EDC5-430D-62EC-1238C5C4F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ABF6-2ECC-65A4-AE3C-904DC30C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5B44E-C8BC-6B24-2595-1399E156D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B8E8B-A16A-7FEC-9D27-546B31C5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47037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58854-19F5-736E-CEEE-701A82CC15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85905-CE4D-59A2-AFB3-F68947851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DD54-D089-F869-7D0E-007E4358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9F59E-74B1-4935-938B-3A4DAD7B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D01A-010F-9B8F-C67B-5609BB35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818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B813C-9ABF-2161-E6D5-83E85659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A8644-AEFE-C008-C163-A5372CDD3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B41ED-E951-37B9-6E66-64D179F44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23A74-B423-487C-AA0B-54D6B65380FA}" type="datetimeFigureOut">
              <a:rPr lang="en-PK" smtClean="0"/>
              <a:t>04/06/2026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59501-C043-D25E-9D48-D800DD788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24A80-C3A8-FD90-3CC7-9AA39E5CB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E1D0E-1D40-40CF-BFB0-57CB39E4F74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1265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EF147-96F9-D8C9-BA62-E0D39BC41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PK" sz="7200"/>
              <a:t>Task 4 – Dashboard Design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9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23155-0EDB-5446-28DF-AFF14D9C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latin typeface="+mj-lt"/>
                <a:ea typeface="+mj-ea"/>
                <a:cs typeface="+mj-cs"/>
              </a:rPr>
              <a:t>Dashboard Screenshot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94E83-BF0B-8771-3913-4A21E4D4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95" y="2952635"/>
            <a:ext cx="5150277" cy="2858404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D0067B9-461D-C670-3F37-84B022153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5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ACCE6-418B-C321-D408-0379B2CE7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PK" sz="6400"/>
              <a:t>KPIs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9512B-6EC5-AC41-55B6-C3332A50A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/>
              <a:t>Total Sales: 2.30M 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/>
              <a:t>Total Profit: 286.40K 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/>
              <a:t>Total Quantity: 38K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74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2C205-3EBB-EE1C-B97A-1297E22AD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PK" sz="6400"/>
              <a:t>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5A73F-B6AF-137B-99D1-257B51357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West region generated the highest sales. 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Technology category earned the highest profit.</a:t>
            </a: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K" dirty="0"/>
              <a:t> Sales increased steadily from 2015 to 2017.</a:t>
            </a:r>
            <a:endParaRPr lang="en-PK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2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C299C-E09E-B19F-E9CC-FBE39C38C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PK" sz="640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C4ECA-339C-9288-3A63-AA78CFA7A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en-PK" dirty="0"/>
              <a:t>The dashboard helps stakeholders </a:t>
            </a:r>
            <a:r>
              <a:rPr lang="en-PK" dirty="0" err="1"/>
              <a:t>analyze</a:t>
            </a:r>
            <a:r>
              <a:rPr lang="en-PK" dirty="0"/>
              <a:t> sales performance, profit trends, and regional performance using interactive filters.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Task 4 – Dashboard Design</vt:lpstr>
      <vt:lpstr>Dashboard Screenshot</vt:lpstr>
      <vt:lpstr>KPIs Used</vt:lpstr>
      <vt:lpstr>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Ahmed Daniyal</dc:creator>
  <cp:lastModifiedBy>Ali Ahmed Daniyal</cp:lastModifiedBy>
  <cp:revision>1</cp:revision>
  <dcterms:created xsi:type="dcterms:W3CDTF">2026-06-04T08:00:53Z</dcterms:created>
  <dcterms:modified xsi:type="dcterms:W3CDTF">2026-06-04T08:05:46Z</dcterms:modified>
</cp:coreProperties>
</file>